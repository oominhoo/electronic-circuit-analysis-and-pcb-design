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E8180-8B1C-2406-872A-CA9D403C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4F04871-CA71-CD78-EBE9-988F13C76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0AD21E-325A-385F-0A46-4C03FD847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3B3B-EE97-4855-A633-16815AEC60DB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41873B-3C00-A3D2-3234-78BEA006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F83500-139D-7DAD-DC3C-0B421F4B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855C-36C0-4989-9296-EF826C754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00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47F92D-330B-DE35-77E8-0FD8F437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645E52-5F7F-5612-0F7D-137BF39C8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E86C40-D7EA-8B1D-E0A1-EE3AC145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3B3B-EE97-4855-A633-16815AEC60DB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C1E8BE-1E06-5189-E941-9901620F6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50E99A-30A0-6A4A-365B-4B66F7B1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855C-36C0-4989-9296-EF826C754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237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140E52-09B3-CE38-2C4B-F9C6CBCF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77DD64-3C75-E2C2-F571-18136A83A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30DB1A-AA25-65F5-DBA3-C99C29747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3B3B-EE97-4855-A633-16815AEC60DB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594634-E2F9-3DED-1F90-24E2181C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C5BED3-993A-6840-E962-35B37AE49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855C-36C0-4989-9296-EF826C754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370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CF74F-6DC3-3651-C161-1AC223545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2054F-8BFF-6066-00B7-C9A0669F65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B6507E-7A33-7DA2-51C8-DC8EA4414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240C7B-7AA1-970D-AEB8-48A6520B7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3B3B-EE97-4855-A633-16815AEC60DB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5F537E-8C67-9DEE-2560-0615B905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7F263E-31CC-8137-538E-5BD881EA5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855C-36C0-4989-9296-EF826C754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5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22780-722C-0AAF-E350-3AA107082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BB64B-B099-9F60-0303-D99A19E78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9AA9CF-18A1-634A-B0AB-A883600F1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F02015-6699-13F8-3E58-7951E50A11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DD97ED-AE6B-D518-11FB-312042315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98C14-A355-4851-86EE-56F74C23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3B3B-EE97-4855-A633-16815AEC60DB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F90548-99F6-BF75-484B-0130FD67E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A56DDF7-A3F0-35A8-9D85-AEE02698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855C-36C0-4989-9296-EF826C754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239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243D0-D0B5-B295-5F35-937C1E5F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916EC1-835E-9309-D85D-A431FB488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3B3B-EE97-4855-A633-16815AEC60DB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45A687-41BF-B7A7-E8B4-4C2A7D6B8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F03FF5-3E35-CF67-2775-6BF09AE2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855C-36C0-4989-9296-EF826C754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585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C02463-4D77-F08A-D1AF-89CCE70E2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3B3B-EE97-4855-A633-16815AEC60DB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EF4982-2549-3397-1AFF-7C893569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48FD36-464D-813D-7D09-D9239BE77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855C-36C0-4989-9296-EF826C754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17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C5FCE-4CF4-6495-07F4-9E6EA2B70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876BA0-B991-D2F1-279B-AEDCEC3F7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52CB5C-2003-E130-392D-7F15201EF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D7E7E1-BB1B-5621-EFE1-6E81678F9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3B3B-EE97-4855-A633-16815AEC60DB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56FC1F-E65E-6C0E-7B96-B639F268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089DD9-EEC4-CCE2-04AF-31783AF2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855C-36C0-4989-9296-EF826C754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20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8ED95-E8F9-5D6B-D44F-EDFF2686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9E7D6CA-02EA-B132-109D-7C0D54047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DDFDCE-3D56-F19C-8739-12351AAD0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67B7E2-4DF6-184D-8197-BEBD58D2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3B3B-EE97-4855-A633-16815AEC60DB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37C012-1DA2-873F-D1DD-10F567D78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176347-25BB-943F-A285-07FBE32B6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855C-36C0-4989-9296-EF826C754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59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3055D3-0135-75F4-63C2-A18ED5365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9CC3C5-952A-A6ED-904A-7C1A3188A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7DEF32-F138-17A4-B826-940DD3DD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3B3B-EE97-4855-A633-16815AEC60DB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AE6265-2BAE-D83A-97E6-DC850C38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3C29B4-EAB2-E95D-CCB8-26AFD812E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855C-36C0-4989-9296-EF826C754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659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A85EF9-8D31-BD0D-8712-536CB2D717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9AEFAA-E7F2-A624-985C-2C501A116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5FDBD7-DA7C-76AE-909F-2C6CE2C8A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3B3B-EE97-4855-A633-16815AEC60DB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263758-4EF9-C608-764F-F87BC29C5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256F65-DA47-640B-659F-AE8B9A9A4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3855C-36C0-4989-9296-EF826C754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81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5BCEF56-A876-8BF6-9049-8D8EB3880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C4937C-EB03-4E65-BE64-7A5DC3DB7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C903F9-062F-E91C-65C9-D44F7EC62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23B3B-EE97-4855-A633-16815AEC60DB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144DD0-1F52-7FCF-45E4-8F286CDD34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9FC83F-8563-DACC-37BB-286954869F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3855C-36C0-4989-9296-EF826C754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639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68DFD-3B31-BC81-B394-32A4D1B2C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HW6	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B285EF-A19C-764C-1219-2EF0A16B7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9897"/>
            <a:ext cx="9144000" cy="1655762"/>
          </a:xfrm>
        </p:spPr>
        <p:txBody>
          <a:bodyPr/>
          <a:lstStyle/>
          <a:p>
            <a:pPr algn="r"/>
            <a:r>
              <a:rPr lang="ko-KR" altLang="en-US" dirty="0"/>
              <a:t>엄민호</a:t>
            </a:r>
          </a:p>
        </p:txBody>
      </p:sp>
    </p:spTree>
    <p:extLst>
      <p:ext uri="{BB962C8B-B14F-4D97-AF65-F5344CB8AC3E}">
        <p14:creationId xmlns:p14="http://schemas.microsoft.com/office/powerpoint/2010/main" val="2340584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0EAADBA-46F7-D6A4-6D35-1A26F27DD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01" y="1432041"/>
            <a:ext cx="7182029" cy="4157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49097A-F0F6-5B72-5245-D6C7BD415BFC}"/>
              </a:ext>
            </a:extLst>
          </p:cNvPr>
          <p:cNvSpPr txBox="1"/>
          <p:nvPr/>
        </p:nvSpPr>
        <p:spPr>
          <a:xfrm>
            <a:off x="1604682" y="367553"/>
            <a:ext cx="7521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두 </a:t>
            </a:r>
            <a:r>
              <a:rPr lang="en-US" altLang="ko-KR" dirty="0"/>
              <a:t>BPF</a:t>
            </a:r>
            <a:r>
              <a:rPr lang="ko-KR" altLang="en-US" dirty="0"/>
              <a:t>의 특성에 차이가 있는 이유는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C04D1F-B4C7-BC2F-EBC4-7520A5657F72}"/>
              </a:ext>
            </a:extLst>
          </p:cNvPr>
          <p:cNvSpPr txBox="1"/>
          <p:nvPr/>
        </p:nvSpPr>
        <p:spPr>
          <a:xfrm>
            <a:off x="8229600" y="2169459"/>
            <a:ext cx="2752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HPF + LPF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81D01-3930-CA9A-B771-B6645AE4BE3B}"/>
              </a:ext>
            </a:extLst>
          </p:cNvPr>
          <p:cNvSpPr txBox="1"/>
          <p:nvPr/>
        </p:nvSpPr>
        <p:spPr>
          <a:xfrm>
            <a:off x="8229600" y="4224191"/>
            <a:ext cx="2752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LPF + HPF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4225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1CA2F35-06A8-3C3A-E2E1-A7DC8EC66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714" y="0"/>
            <a:ext cx="6780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578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E03006-70D4-0F0F-493D-C8E36E9A7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46" y="494890"/>
            <a:ext cx="9373908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979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</Words>
  <Application>Microsoft Office PowerPoint</Application>
  <PresentationFormat>와이드스크린</PresentationFormat>
  <Paragraphs>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HW6 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민호 엄</dc:creator>
  <cp:lastModifiedBy>민호 엄</cp:lastModifiedBy>
  <cp:revision>1</cp:revision>
  <dcterms:created xsi:type="dcterms:W3CDTF">2025-07-07T10:55:47Z</dcterms:created>
  <dcterms:modified xsi:type="dcterms:W3CDTF">2025-07-07T11:02:03Z</dcterms:modified>
</cp:coreProperties>
</file>