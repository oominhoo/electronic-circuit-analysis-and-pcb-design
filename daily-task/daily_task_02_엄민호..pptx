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0"/>
  </p:notesMasterIdLst>
  <p:sldIdLst>
    <p:sldId id="262" r:id="rId2"/>
    <p:sldId id="263" r:id="rId3"/>
    <p:sldId id="258" r:id="rId4"/>
    <p:sldId id="264" r:id="rId5"/>
    <p:sldId id="261" r:id="rId6"/>
    <p:sldId id="265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1ADE5-D8A4-4F1E-884B-FD53AC560A74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566B0-7F43-41AD-99BF-D5E37F923B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825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5F1-2D71-4A3E-8AD0-68CA5E16885A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20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281C-DD7A-40B9-A094-A2B6573A1EA5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6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B5B3-68B2-442A-BE7D-52957B6C2DC6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84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8AD2B-BA1E-4177-8733-D2B5C76A9073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28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974D-C7A9-4ADA-9255-E31DBF7A9481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37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35E24-838D-4421-A0A0-D8C984CE1A90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67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0BEF0-78C3-4BA3-9654-52EF177ABBF0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18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8B37-0B28-4354-A0C9-66055C5A2135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81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3D100-83AE-4661-BEA1-552EF9DACA40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87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FB78-D39B-4557-AE4E-B0A75449A02D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19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C8DEA-F2B9-4A5C-BF9E-16997647C347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953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0C6DB-9B39-468C-974F-8309A16D39E0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166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18162-514B-4AE3-9EB8-BD80600D1B19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8396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305A-B612-4F1C-8221-6F42CDED5A42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777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6360-6624-4AB3-A177-01E8648EE346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879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7DAA-DCA0-47DF-8CC9-2B5A88882777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55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629FC-35A0-4C04-A871-E0EF31DDE119}" type="datetime1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2C65F4-F8FA-4EA9-A65F-14BF28B93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75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6447F-5629-4A52-BA9A-FF7E2E014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3267" y="1439334"/>
            <a:ext cx="7766936" cy="1646302"/>
          </a:xfrm>
        </p:spPr>
        <p:txBody>
          <a:bodyPr/>
          <a:lstStyle/>
          <a:p>
            <a:r>
              <a:rPr lang="ko-KR" altLang="en-US" sz="4800" dirty="0"/>
              <a:t>전자회로 해석 및 설계실무</a:t>
            </a:r>
            <a:br>
              <a:rPr lang="en-US" altLang="ko-KR" sz="4800" dirty="0"/>
            </a:br>
            <a:r>
              <a:rPr lang="en-US" altLang="ko-KR" sz="4800" dirty="0"/>
              <a:t>Homework #2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E14189-C8D9-4D8D-9A16-E7F2D9D4E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6" y="4321767"/>
            <a:ext cx="7766936" cy="1096899"/>
          </a:xfrm>
        </p:spPr>
        <p:txBody>
          <a:bodyPr/>
          <a:lstStyle/>
          <a:p>
            <a:r>
              <a:rPr lang="ko-KR" altLang="en-US" dirty="0"/>
              <a:t>엄민호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CB48EF-F770-4DE5-BA54-14584C6C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52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3EC23E-04E1-4D6D-B621-A59C4420B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456D54-26DE-40D4-AC66-B63D51AFB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70" y="0"/>
            <a:ext cx="53433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3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A0A4B6-E45C-480D-B4AB-7F3210B0A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DFD7CE-A94F-4BC3-BDCC-4EBD0D39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16" y="607483"/>
            <a:ext cx="8437004" cy="481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AEEC65-890C-4482-ABA5-771642A7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9EFC66-AD06-42FC-8F9F-2F1751120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8" y="0"/>
            <a:ext cx="666497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8766639-AA6D-40F5-99C2-A8588491C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692" y="451514"/>
            <a:ext cx="3150241" cy="224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07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0A2378-D5F7-4669-9954-D3150F17E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853D63-EE0D-4DA3-A48A-09424F5F4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834" y="451513"/>
            <a:ext cx="6718829" cy="486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57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B7C3D-C664-4B97-B138-A47620B9B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EB4988-9F75-42B4-ACFA-2FD9A0A62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927" y="0"/>
            <a:ext cx="71067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0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49956D-D571-4663-9903-32C144C58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8BE1AF-F058-4ED0-849C-167A755CB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083" y="231244"/>
            <a:ext cx="4751917" cy="30300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E34799C-9C11-4C2D-A0B3-B93B804CF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989" y="3087125"/>
            <a:ext cx="4751917" cy="3136799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8253C52-AEE3-4DA9-8CC9-8D5939A45289}"/>
              </a:ext>
            </a:extLst>
          </p:cNvPr>
          <p:cNvSpPr/>
          <p:nvPr/>
        </p:nvSpPr>
        <p:spPr>
          <a:xfrm>
            <a:off x="5785906" y="1337733"/>
            <a:ext cx="640294" cy="643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60B1BF-A5C3-40BA-9015-8D7BEDDD7E7D}"/>
              </a:ext>
            </a:extLst>
          </p:cNvPr>
          <p:cNvSpPr txBox="1"/>
          <p:nvPr/>
        </p:nvSpPr>
        <p:spPr>
          <a:xfrm>
            <a:off x="6587067" y="1193800"/>
            <a:ext cx="1835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1m</a:t>
            </a:r>
            <a:r>
              <a:rPr lang="el-GR" altLang="ko-KR" b="0" i="0" dirty="0">
                <a:solidFill>
                  <a:srgbClr val="001D35"/>
                </a:solidFill>
                <a:effectLst/>
                <a:latin typeface="Google Sans"/>
              </a:rPr>
              <a:t> Ω</a:t>
            </a:r>
            <a:r>
              <a:rPr lang="en-US" altLang="ko-KR" dirty="0"/>
              <a:t> </a:t>
            </a:r>
            <a:r>
              <a:rPr lang="ko-KR" altLang="en-US" dirty="0"/>
              <a:t>저항 연결 </a:t>
            </a:r>
            <a:endParaRPr lang="en-US" altLang="ko-KR" dirty="0"/>
          </a:p>
          <a:p>
            <a:r>
              <a:rPr lang="en-US" altLang="ko-KR" dirty="0" err="1"/>
              <a:t>Isc</a:t>
            </a:r>
            <a:r>
              <a:rPr lang="en-US" altLang="ko-KR" dirty="0"/>
              <a:t> = 1mA</a:t>
            </a:r>
            <a:endParaRPr lang="ko-KR" altLang="en-US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1D67E3E1-C635-4E9A-B1CF-559E41843264}"/>
              </a:ext>
            </a:extLst>
          </p:cNvPr>
          <p:cNvSpPr/>
          <p:nvPr/>
        </p:nvSpPr>
        <p:spPr>
          <a:xfrm>
            <a:off x="5588000" y="4140200"/>
            <a:ext cx="818096" cy="643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1A5A9E-D484-48A1-8E6C-6B413D598A5C}"/>
              </a:ext>
            </a:extLst>
          </p:cNvPr>
          <p:cNvSpPr txBox="1"/>
          <p:nvPr/>
        </p:nvSpPr>
        <p:spPr>
          <a:xfrm>
            <a:off x="6705600" y="4275667"/>
            <a:ext cx="1677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1T</a:t>
            </a:r>
            <a:r>
              <a:rPr lang="el-GR" altLang="ko-KR" b="0" i="0" dirty="0">
                <a:solidFill>
                  <a:srgbClr val="001D35"/>
                </a:solidFill>
                <a:effectLst/>
                <a:latin typeface="Google Sans"/>
              </a:rPr>
              <a:t> Ω</a:t>
            </a:r>
            <a:r>
              <a:rPr lang="en-US" altLang="ko-KR" b="0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ko-KR" altLang="en-US" b="0" i="0" dirty="0">
                <a:solidFill>
                  <a:srgbClr val="001D35"/>
                </a:solidFill>
                <a:effectLst/>
                <a:latin typeface="Google Sans"/>
              </a:rPr>
              <a:t>저항 연결</a:t>
            </a:r>
            <a:endParaRPr lang="en-US" altLang="ko-KR" b="0" i="0" dirty="0">
              <a:solidFill>
                <a:srgbClr val="001D35"/>
              </a:solidFill>
              <a:effectLst/>
              <a:latin typeface="Google Sans"/>
            </a:endParaRPr>
          </a:p>
          <a:p>
            <a:r>
              <a:rPr lang="en-US" altLang="ko-KR" dirty="0" err="1"/>
              <a:t>Voc</a:t>
            </a:r>
            <a:r>
              <a:rPr lang="en-US" altLang="ko-KR" dirty="0"/>
              <a:t> = 1V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7B7AAD-5F2F-4E0C-8B49-B33C6264BD14}"/>
              </a:ext>
            </a:extLst>
          </p:cNvPr>
          <p:cNvSpPr txBox="1"/>
          <p:nvPr/>
        </p:nvSpPr>
        <p:spPr>
          <a:xfrm>
            <a:off x="6587067" y="3087125"/>
            <a:ext cx="2444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Rth</a:t>
            </a:r>
            <a:r>
              <a:rPr lang="en-US" altLang="ko-KR" dirty="0"/>
              <a:t> = </a:t>
            </a:r>
            <a:r>
              <a:rPr lang="en-US" altLang="ko-KR" dirty="0" err="1"/>
              <a:t>Isc</a:t>
            </a:r>
            <a:r>
              <a:rPr lang="en-US" altLang="ko-KR" dirty="0"/>
              <a:t> / </a:t>
            </a:r>
            <a:r>
              <a:rPr lang="en-US" altLang="ko-KR" dirty="0" err="1"/>
              <a:t>Voc</a:t>
            </a:r>
            <a:r>
              <a:rPr lang="en-US" altLang="ko-KR" dirty="0"/>
              <a:t> = 1k</a:t>
            </a:r>
            <a:r>
              <a:rPr lang="el-GR" altLang="ko-KR" b="0" i="0" dirty="0">
                <a:solidFill>
                  <a:srgbClr val="001D35"/>
                </a:solidFill>
                <a:effectLst/>
                <a:latin typeface="Google Sans"/>
              </a:rPr>
              <a:t> Ω </a:t>
            </a:r>
            <a:r>
              <a:rPr lang="en-US" altLang="ko-KR" dirty="0"/>
              <a:t>​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4945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01632A-D921-41CD-8FE8-85F217DB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0BF46A-33C2-406C-9196-3F89E7A4B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667807"/>
            <a:ext cx="9143892" cy="50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4861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255</TotalTime>
  <Words>40</Words>
  <Application>Microsoft Office PowerPoint</Application>
  <PresentationFormat>와이드스크린</PresentationFormat>
  <Paragraphs>15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Google Sans</vt:lpstr>
      <vt:lpstr>맑은 고딕</vt:lpstr>
      <vt:lpstr>Arial</vt:lpstr>
      <vt:lpstr>Trebuchet MS</vt:lpstr>
      <vt:lpstr>Wingdings 3</vt:lpstr>
      <vt:lpstr>패싯</vt:lpstr>
      <vt:lpstr>전자회로 해석 및 설계실무 Homework #2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전자회로 해석 및 설계실무 Homework #2</dc:title>
  <dc:creator>민호 엄</dc:creator>
  <cp:lastModifiedBy>민호 엄</cp:lastModifiedBy>
  <cp:revision>3</cp:revision>
  <dcterms:created xsi:type="dcterms:W3CDTF">2025-06-26T08:30:50Z</dcterms:created>
  <dcterms:modified xsi:type="dcterms:W3CDTF">2025-06-26T12:46:23Z</dcterms:modified>
</cp:coreProperties>
</file>