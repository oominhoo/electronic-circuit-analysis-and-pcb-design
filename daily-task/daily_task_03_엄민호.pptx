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62" r:id="rId2"/>
    <p:sldId id="256" r:id="rId3"/>
    <p:sldId id="263" r:id="rId4"/>
    <p:sldId id="265" r:id="rId5"/>
    <p:sldId id="264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16:00:31.1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261 0 24575,'-4'1'0,"0"-1"0,-1 1 0,1 0 0,0 0 0,0 0 0,0 0 0,0 1 0,0 0 0,0-1 0,0 2 0,1-1 0,-1 0 0,1 1 0,0-1 0,-4 5 0,-6 6 0,0 1 0,-12 19 0,3-5 0,4-5 0,2 0 0,-20 40 0,6-11 0,12-18-1365,13-25-5461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16:00:34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24575,'3'2'0,"-1"1"0,0 0 0,0 0 0,-1 0 0,1 0 0,-1 0 0,2 5 0,-1-4 0,4 11 0,-2 0 0,1 0 0,-2 1 0,0 0 0,0 0 0,-1 30 0,2 6 0,-2-43-114,0 0 1,1 0-1,0 0 0,0-1 0,1 0 1,0 1-1,0-1 0,1-1 0,0 1 1,1-1-1,8 10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7T16:00:35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24575,'186'5'-1365,"-179"-5"-5461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079F6-5808-4014-932C-FEFACA48F35B}" type="datetimeFigureOut">
              <a:rPr lang="ko-KR" altLang="en-US" smtClean="0"/>
              <a:t>2025-07-20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575251-3CC0-463A-ABA8-3649E4000F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781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44A3D-F5E6-4E5D-968A-54E72D86A9C8}" type="datetime1">
              <a:rPr lang="en-US" altLang="ko-KR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D450B-D181-490A-889D-BD823F289F5E}" type="datetime1">
              <a:rPr lang="en-US" altLang="ko-KR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EABE2-2847-4093-9C5D-8E0FEE0E0815}" type="datetime1">
              <a:rPr lang="en-US" altLang="ko-KR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CD42-5ADA-48F0-80DF-11A89E00C12C}" type="datetime1">
              <a:rPr lang="en-US" altLang="ko-KR" smtClean="0"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2F876-F1AB-426F-9382-F9B7257B7E46}" type="datetime1">
              <a:rPr lang="en-US" altLang="ko-KR" smtClean="0"/>
              <a:t>7/20/2025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617BF-326C-4D6C-A525-E958F585E13D}" type="datetime1">
              <a:rPr lang="en-US" altLang="ko-KR" smtClean="0"/>
              <a:t>7/20/2025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840F8-BA89-4777-A920-746B8EC9C881}" type="datetime1">
              <a:rPr lang="en-US" altLang="ko-KR" smtClean="0"/>
              <a:t>7/20/2025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48EFB-1EB7-4802-9E0C-F67A64C380AB}" type="datetime1">
              <a:rPr lang="en-US" altLang="ko-KR" smtClean="0"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748B3-5A61-40F2-B7C1-7292F0B0FFDA}" type="datetime1">
              <a:rPr lang="en-US" altLang="ko-KR" smtClean="0"/>
              <a:t>7/20/2025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DC12-A66C-4605-B5FD-5C8ED0A6DDE5}" type="datetime1">
              <a:rPr lang="en-US" altLang="ko-KR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10041-DD29-4F90-A3BB-5F6F6A3CBD62}" type="datetime1">
              <a:rPr lang="en-US" altLang="ko-KR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DDF85-90E3-4A5F-A079-76E4DF31CEA5}" type="datetime1">
              <a:rPr lang="en-US" altLang="ko-KR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24C8D-8BA9-42E7-A8DE-4FCD4BD08F02}" type="datetime1">
              <a:rPr lang="en-US" altLang="ko-KR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EC74-FBB7-4C5F-A07F-4D889897B954}" type="datetime1">
              <a:rPr lang="en-US" altLang="ko-KR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94041-1596-4622-8571-AF7CDE6C2945}" type="datetime1">
              <a:rPr lang="en-US" altLang="ko-KR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211F7-1E64-47C5-B7BF-34A17BE7FC1D}" type="datetime1">
              <a:rPr lang="en-US" altLang="ko-KR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FA192-32C2-4ECB-AA60-678BD0AEDFE4}" type="datetime1">
              <a:rPr lang="en-US" altLang="ko-KR" smtClean="0"/>
              <a:t>7/20/2025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hf hdr="0" ftr="0" dt="0"/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customXml" Target="../ink/ink1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76447F-5629-4A52-BA9A-FF7E2E014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3267" y="1439334"/>
            <a:ext cx="7766936" cy="1646302"/>
          </a:xfrm>
        </p:spPr>
        <p:txBody>
          <a:bodyPr/>
          <a:lstStyle/>
          <a:p>
            <a:r>
              <a:rPr lang="ko-KR" altLang="en-US" sz="4800" dirty="0"/>
              <a:t>전자회로 해석 및 설계실무</a:t>
            </a:r>
            <a:br>
              <a:rPr lang="en-US" altLang="ko-KR" sz="4800" dirty="0"/>
            </a:br>
            <a:r>
              <a:rPr lang="en-US" altLang="ko-KR" sz="4800" dirty="0"/>
              <a:t>Homework #3</a:t>
            </a:r>
            <a:endParaRPr lang="ko-KR" altLang="en-US" sz="4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E14189-C8D9-4D8D-9A16-E7F2D9D4EE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6" y="4321767"/>
            <a:ext cx="7766936" cy="1096899"/>
          </a:xfrm>
        </p:spPr>
        <p:txBody>
          <a:bodyPr/>
          <a:lstStyle/>
          <a:p>
            <a:r>
              <a:rPr lang="ko-KR" altLang="en-US" dirty="0"/>
              <a:t>엄민호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CB48EF-F770-4DE5-BA54-14584C6C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C65F4-F8FA-4EA9-A65F-14BF28B935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527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DA436D-F3B9-6E86-5C85-FA85E0270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D805FC-243B-C6D8-BD9D-563941374ED7}"/>
              </a:ext>
            </a:extLst>
          </p:cNvPr>
          <p:cNvSpPr txBox="1"/>
          <p:nvPr/>
        </p:nvSpPr>
        <p:spPr>
          <a:xfrm>
            <a:off x="1072055" y="583324"/>
            <a:ext cx="644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E</a:t>
            </a:r>
            <a:r>
              <a:rPr lang="ko-KR" altLang="en-US" dirty="0"/>
              <a:t>와 </a:t>
            </a:r>
            <a:r>
              <a:rPr lang="en-US" altLang="ko-KR" dirty="0"/>
              <a:t>F </a:t>
            </a:r>
            <a:r>
              <a:rPr lang="ko-KR" altLang="en-US" dirty="0"/>
              <a:t>노드에서의 </a:t>
            </a:r>
            <a:r>
              <a:rPr lang="en-US" altLang="ko-KR" dirty="0"/>
              <a:t>Thevenin / Norton </a:t>
            </a:r>
            <a:r>
              <a:rPr lang="ko-KR" altLang="en-US" dirty="0"/>
              <a:t>등가회로를 </a:t>
            </a:r>
            <a:r>
              <a:rPr lang="ko-KR" altLang="en-US" dirty="0" err="1"/>
              <a:t>구하시오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A51E6F-21E7-00CF-56EC-0EEA70157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37" y="1094746"/>
            <a:ext cx="3302153" cy="2258053"/>
          </a:xfrm>
          <a:prstGeom prst="rect">
            <a:avLst/>
          </a:prstGeom>
        </p:spPr>
      </p:pic>
      <p:pic>
        <p:nvPicPr>
          <p:cNvPr id="9" name="그림 8" descr="친필, 텍스트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83A81E-1E64-7E60-AAEF-E79F5E4F5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590" y="1313186"/>
            <a:ext cx="5434509" cy="2115814"/>
          </a:xfrm>
          <a:prstGeom prst="rect">
            <a:avLst/>
          </a:prstGeom>
        </p:spPr>
      </p:pic>
      <p:pic>
        <p:nvPicPr>
          <p:cNvPr id="13" name="그림 12" descr="텍스트, 친필, 폰트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4287AF-DD04-D4E2-2B9E-E4E250194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56" y="3352799"/>
            <a:ext cx="7596049" cy="3388024"/>
          </a:xfrm>
          <a:prstGeom prst="rect">
            <a:avLst/>
          </a:prstGeom>
        </p:spPr>
      </p:pic>
      <p:grpSp>
        <p:nvGrpSpPr>
          <p:cNvPr id="52" name="그룹 51">
            <a:extLst>
              <a:ext uri="{FF2B5EF4-FFF2-40B4-BE49-F238E27FC236}">
                <a16:creationId xmlns:a16="http://schemas.microsoft.com/office/drawing/2014/main" id="{4E75FC01-9431-66B3-C560-151A913F9FE4}"/>
              </a:ext>
            </a:extLst>
          </p:cNvPr>
          <p:cNvGrpSpPr/>
          <p:nvPr/>
        </p:nvGrpSpPr>
        <p:grpSpPr>
          <a:xfrm>
            <a:off x="1769160" y="1413435"/>
            <a:ext cx="133200" cy="123480"/>
            <a:chOff x="1769160" y="1413435"/>
            <a:chExt cx="133200" cy="12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B9762CC5-4600-6223-13DD-7F44907A0C15}"/>
                    </a:ext>
                  </a:extLst>
                </p14:cNvPr>
                <p14:cNvContentPartPr/>
                <p14:nvPr/>
              </p14:nvContentPartPr>
              <p14:xfrm>
                <a:off x="1769160" y="1413435"/>
                <a:ext cx="94320" cy="11628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B9762CC5-4600-6223-13DD-7F44907A0C1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63040" y="1407315"/>
                  <a:ext cx="1065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20A78826-14AB-336B-C6F4-1CFC7329BACF}"/>
                    </a:ext>
                  </a:extLst>
                </p14:cNvPr>
                <p14:cNvContentPartPr/>
                <p14:nvPr/>
              </p14:nvContentPartPr>
              <p14:xfrm>
                <a:off x="1864920" y="1417035"/>
                <a:ext cx="37440" cy="119880"/>
              </p14:xfrm>
            </p:contentPart>
          </mc:Choice>
          <mc:Fallback xmlns=""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20A78826-14AB-336B-C6F4-1CFC7329BAC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58800" y="1410915"/>
                  <a:ext cx="496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B08A8332-216B-DD7D-8DEA-09F1B90B58BE}"/>
                    </a:ext>
                  </a:extLst>
                </p14:cNvPr>
                <p14:cNvContentPartPr/>
                <p14:nvPr/>
              </p14:nvContentPartPr>
              <p14:xfrm>
                <a:off x="1811640" y="1487595"/>
                <a:ext cx="69840" cy="2160"/>
              </p14:xfrm>
            </p:contentPart>
          </mc:Choice>
          <mc:Fallback xmlns=""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B08A8332-216B-DD7D-8DEA-09F1B90B58B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05160" y="1481475"/>
                  <a:ext cx="82080" cy="14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26478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6D6C3EB-8017-4396-A19E-889410580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271" y="247650"/>
            <a:ext cx="5155942" cy="31559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36BE509-9570-47FB-BFB8-A3741F114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071" y="3261783"/>
            <a:ext cx="4496329" cy="2752201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13EE0B-00F6-955F-72F8-7104792BD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799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697CF2D-B7A1-2463-8AAD-5A834A7C2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BCC6CC-59A8-5080-BB2E-ABD8AAD5E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34" y="796051"/>
            <a:ext cx="4639365" cy="28202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6FB8C6-BD75-BCDC-6D2A-9D34F337EA83}"/>
              </a:ext>
            </a:extLst>
          </p:cNvPr>
          <p:cNvSpPr txBox="1"/>
          <p:nvPr/>
        </p:nvSpPr>
        <p:spPr>
          <a:xfrm>
            <a:off x="1371600" y="426720"/>
            <a:ext cx="6279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A</a:t>
            </a:r>
            <a:r>
              <a:rPr lang="ko-KR" altLang="en-US" dirty="0"/>
              <a:t>와 </a:t>
            </a:r>
            <a:r>
              <a:rPr lang="en-US" altLang="ko-KR" dirty="0"/>
              <a:t>B </a:t>
            </a:r>
            <a:r>
              <a:rPr lang="ko-KR" altLang="en-US" dirty="0"/>
              <a:t>노드에서의 </a:t>
            </a:r>
            <a:r>
              <a:rPr lang="en-US" altLang="ko-KR" dirty="0"/>
              <a:t>Thevenin</a:t>
            </a:r>
            <a:r>
              <a:rPr lang="ko-KR" altLang="en-US" dirty="0"/>
              <a:t> </a:t>
            </a:r>
            <a:r>
              <a:rPr lang="en-US" altLang="ko-KR" dirty="0"/>
              <a:t>/ Norton </a:t>
            </a:r>
            <a:r>
              <a:rPr lang="ko-KR" altLang="en-US" dirty="0"/>
              <a:t>등가회로 </a:t>
            </a:r>
            <a:r>
              <a:rPr lang="ko-KR" altLang="en-US" dirty="0" err="1"/>
              <a:t>구하시오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7" name="그림 16" descr="친필, 텍스트, 폰트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3DEF0D-B0BE-4E67-E9CC-DBE5AF4DF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798" y="796050"/>
            <a:ext cx="3889203" cy="348303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57494BA-ABDD-796E-8296-0DD4DE885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79084"/>
            <a:ext cx="6045582" cy="196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748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8D4A79A-19CC-49F5-B693-CC2C8D60C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02" y="600075"/>
            <a:ext cx="4714875" cy="28289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34EFC3F-98DC-49FE-935A-ACEC1D52D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1" y="3337560"/>
            <a:ext cx="4714875" cy="282892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FE524BD-DE92-3149-3463-1FD9FF4E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6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54F89D2-5ADD-A1D3-DF47-E92F60A72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EEBB19-3A8A-15F0-AF89-4F778DF75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75" y="882967"/>
            <a:ext cx="4484853" cy="25460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E5FF59-7ED0-A5ED-001B-58F60D6EC7A4}"/>
              </a:ext>
            </a:extLst>
          </p:cNvPr>
          <p:cNvSpPr txBox="1"/>
          <p:nvPr/>
        </p:nvSpPr>
        <p:spPr>
          <a:xfrm>
            <a:off x="1371600" y="568960"/>
            <a:ext cx="6248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RL2 </a:t>
            </a:r>
            <a:r>
              <a:rPr lang="ko-KR" altLang="en-US" dirty="0"/>
              <a:t>가 최대 전력을 소모하기 위한 </a:t>
            </a:r>
            <a:r>
              <a:rPr lang="ko-KR" altLang="en-US" dirty="0" err="1"/>
              <a:t>저항값을</a:t>
            </a:r>
            <a:r>
              <a:rPr lang="ko-KR" altLang="en-US" dirty="0"/>
              <a:t> </a:t>
            </a:r>
            <a:r>
              <a:rPr lang="ko-KR" altLang="en-US" dirty="0" err="1"/>
              <a:t>계산하시오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" name="그림 6" descr="친필, 텍스트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1B9EB2-367B-0BC5-5189-0E320C659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510" y="1252300"/>
            <a:ext cx="4189730" cy="2105498"/>
          </a:xfrm>
          <a:prstGeom prst="rect">
            <a:avLst/>
          </a:prstGeom>
        </p:spPr>
      </p:pic>
      <p:pic>
        <p:nvPicPr>
          <p:cNvPr id="9" name="그림 8" descr="친필, 텍스트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F5278F-8C9C-7D8F-F56E-56A97F952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260" y="3357798"/>
            <a:ext cx="9053020" cy="329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20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9554E51-554C-49F8-A609-C082DDB3D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41" y="989012"/>
            <a:ext cx="3366401" cy="243998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83A9AE2-D822-4CFC-8D7E-15B5E7303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41" y="3429000"/>
            <a:ext cx="7143750" cy="3544608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E8F1345-A160-990D-BEF1-C942733BC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559097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</TotalTime>
  <Words>51</Words>
  <Application>Microsoft Office PowerPoint</Application>
  <PresentationFormat>와이드스크린</PresentationFormat>
  <Paragraphs>12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Trebuchet MS</vt:lpstr>
      <vt:lpstr>Wingdings 3</vt:lpstr>
      <vt:lpstr>패싯</vt:lpstr>
      <vt:lpstr>전자회로 해석 및 설계실무 Homework #3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전자회로 해석 및 설계실무 Homework #3</dc:title>
  <dc:creator>민호 엄</dc:creator>
  <cp:lastModifiedBy>민호 엄</cp:lastModifiedBy>
  <cp:revision>4</cp:revision>
  <dcterms:created xsi:type="dcterms:W3CDTF">2025-06-27T08:17:19Z</dcterms:created>
  <dcterms:modified xsi:type="dcterms:W3CDTF">2025-07-20T10:18:58Z</dcterms:modified>
</cp:coreProperties>
</file>